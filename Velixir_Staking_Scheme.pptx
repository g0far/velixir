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1371600"/>
            <a:ext cx="3931920" cy="3931920"/>
          </a:xfrm>
          <a:prstGeom prst="ellipse">
            <a:avLst/>
          </a:prstGeom>
          <a:solidFill>
            <a:srgbClr val="190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800" b="1">
                <a:solidFill>
                  <a:srgbClr val="00E5FF"/>
                </a:solidFill>
                <a:latin typeface="Arial"/>
              </a:defRPr>
            </a:pPr>
            <a:r>
              <a:t>Velixir Reputation Staking</a:t>
            </a:r>
          </a:p>
          <a:p>
            <a:pPr algn="ctr">
              <a:spcBef>
                <a:spcPts val="1600"/>
              </a:spcBef>
              <a:defRPr sz="1800">
                <a:solidFill>
                  <a:srgbClr val="9CA3AF"/>
                </a:solidFill>
                <a:latin typeface="Arial"/>
              </a:defRPr>
            </a:pPr>
            <a:r>
              <a:t>Bridging Capital Efficiency and Identity in DeFi Borrowing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855F7"/>
                </a:solidFill>
                <a:latin typeface="Arial"/>
              </a:defRPr>
            </a:pPr>
            <a:r>
              <a:t>VELIXIR PROTOCOL  |  REPUTATION FINANCE (REPFI)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VELIXIR REPUTATION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The DeFi Capital Efficiency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A855F7"/>
                </a:solidFill>
                <a:latin typeface="Arial"/>
              </a:defRPr>
            </a:pPr>
            <a:r>
              <a:t>The Overcollateralization Problem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Traditional DeFi protocols treat all wallets anonymously.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To borrow, users must overcollateralize heavily (e.g. deposit $125 to borrow $100).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Borrowers with zero default history get the same terms as new or volatile accounts.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Result: Extreme capital inefficiency and low utility for creditworthy borrowers.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Velixir's Reputation Finance (RepFi)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Velixir introduces on-chain identity and credit score verification.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Staking RLO or LP tokens acts as a secondary collateral &amp; trust guarantee.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Reputation and Staking unlock a boost to the user's Trust Score.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Borrow capacity can scale up to 110% of collateral value (reputation credit line).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VELIXIR REPUTATION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Reputation Staking: Dual Staking Pools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  <a:latin typeface="Arial"/>
              </a:defRPr>
            </a:pPr>
            <a:r>
              <a:t>Pool 1: Single-Sided RLO Staking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Yield: 18.5% APY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Dual Utility: Earn standard high staking APY AND directly improve borrowing terms.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Reputation Boost: Every RLO staked adds +0.15 points to the Trust Score.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Max Score Boost: +150 Points (achieved by staking 1,000 RLO).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Impermanent Loss: 0% exposure. Staked tokens are single-asset RLO.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Arial"/>
              </a:defRPr>
            </a:pPr>
            <a:r>
              <a:t>Pool 2: USDC / RLO LP Farming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Yield: 32.4% APY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USDC/RLO Liquidity Provision: Supply tokens to the Raydium AMM pool.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Farming Rewards: Stake LP tokens to farm USDC &amp; RLO trading fees and token emissions.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Reputation Boost: None. This pool is purely yield-maximized.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 Risk Profile: Subject to standard Impermanent Loss based on price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VELIXIR REPUTATION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Borrowing Benefits: The Trust Tier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97706"/>
                </a:solidFill>
                <a:latin typeface="Arial"/>
              </a:defRPr>
            </a:pPr>
            <a:r>
              <a:t>Bronze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Score 500-699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Borrow APY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10.0%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Reputation Credit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+8.5%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Liquidation Shield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12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rial"/>
              </a:defRPr>
            </a:pPr>
            <a:r>
              <a:t>Silver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Score 700-849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Borrow APY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9.5%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Reputation Credit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+17.1%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Liquidation Shield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24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  <a:latin typeface="Arial"/>
              </a:defRPr>
            </a:pPr>
            <a:r>
              <a:t>Gold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Score 850-999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Borrow APY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8.5%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Reputation Credit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+23.5%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Liquidation Shield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36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3AED"/>
                </a:solidFill>
                <a:latin typeface="Arial"/>
              </a:defRPr>
            </a:pPr>
            <a:r>
              <a:t>Elite</a:t>
            </a:r>
          </a:p>
          <a:p>
            <a:pPr algn="ctr">
              <a:spcAft>
                <a:spcPts val="2000"/>
              </a:spcAft>
              <a:defRPr sz="1200">
                <a:solidFill>
                  <a:srgbClr val="9CA3AF"/>
                </a:solidFill>
                <a:latin typeface="Arial"/>
              </a:defRPr>
            </a:pPr>
            <a:r>
              <a:t>Score 1000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Borrow APY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7.5%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Reputation Credit</a:t>
            </a:r>
          </a:p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+30.0% LTV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Liquidation Shield</a:t>
            </a:r>
          </a:p>
          <a:p>
            <a:pPr algn="ctr">
              <a:defRPr sz="1500" b="1">
                <a:solidFill>
                  <a:srgbClr val="00E5FF"/>
                </a:solidFill>
                <a:latin typeface="Arial"/>
              </a:defRPr>
            </a:pPr>
            <a:r>
              <a:t>48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VELIXIR REPUTATION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The Staking &amp; Borrowing Flywheel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65760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Staking Assets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User stakes RLO in the Reputation Pool, immediately earning 18.5% APY in RLO token emissions.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365760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Reputation Upgrade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Staked RLO triggers a real-time boost to the Trust Score (+150 pts max), upgrading the user to Elite 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383280" cy="365760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855F7"/>
                </a:solidFill>
                <a:latin typeface="Arial"/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  <a:latin typeface="Arial"/>
              </a:defRPr>
            </a:pPr>
            <a:r>
              <a:t>Enhanced Capital Efficiency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User borrows assets at a discounted 7.5% interest rate, with borrowing capacity boosted up to 110% LTV.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Arial"/>
              </a:defRPr>
            </a:pPr>
            <a:r>
              <a:t>Velixir Reputation Staking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0E0E2E"/>
          </a:solidFill>
          <a:ln w="19050">
            <a:solidFill>
              <a:srgbClr val="26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0E5FF"/>
                </a:solidFill>
                <a:latin typeface="Arial"/>
              </a:defRPr>
            </a:pPr>
            <a:r>
              <a:t>Key Takeaways for Velixir Staking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Dual Utility: Staking is not just for passive yield; it acts as credit reputation boosting borrowing limits.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Real-Time Integration: Shared Zustand store ensures changes in staking instantly reload across /liquidity and /borrow.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Shielded Positions: Elite status grants a 48-hour grace period to manage debt, preventing flash liquidation risk.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 Capital Optimization: Enables borrowing up to 110% of collateral value, shifting DeFi from a penalizing overcollateralization model to a flexible credit-based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