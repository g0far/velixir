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1371600"/>
            <a:ext cx="3931920" cy="3931920"/>
          </a:xfrm>
          <a:prstGeom prst="ellipse">
            <a:avLst/>
          </a:prstGeom>
          <a:solidFill>
            <a:srgbClr val="19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800" b="1">
                <a:solidFill>
                  <a:srgbClr val="00E5FF"/>
                </a:solidFill>
                <a:latin typeface="Arial"/>
              </a:defRPr>
            </a:pPr>
            <a:r>
              <a:t>Staking Reputasi Velixir</a:t>
            </a:r>
          </a:p>
          <a:p>
            <a:pPr algn="ctr">
              <a:spcBef>
                <a:spcPts val="1600"/>
              </a:spcBef>
              <a:defRPr sz="1800">
                <a:solidFill>
                  <a:srgbClr val="9CA3AF"/>
                </a:solidFill>
                <a:latin typeface="Arial"/>
              </a:defRPr>
            </a:pPr>
            <a:r>
              <a:t>Meningkatkan Efisiensi Modal &amp; Menurunkan APY Pinjaman Melalui Reputasi DeFi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  <a:latin typeface="Arial"/>
              </a:defRPr>
            </a:pPr>
            <a:r>
              <a:t>PROTOKOL VELIXIR  |  REPUTATION FINANCE (REPFI)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SISTEM REPUTASI VELIXIR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Masalah Efisiensi Modal DeFi Tradisional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A855F7"/>
                </a:solidFill>
                <a:latin typeface="Arial"/>
              </a:defRPr>
            </a:pPr>
            <a:r>
              <a:t>Masalah Overcollateralization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Protokol DeFi tradisional memperlakukan semua dompet secara anonim.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Pengguna harus menyimpan agunan berlebih (misalnya simpan $125 untuk pinjam $100).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Peminjam dengan riwayat bayar yang sempurna mendapatkan bunga &amp; limit yang sama dengan peminjam baru/berisiko.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Hasil: Efisiensi modal sangat rendah bagi pengguna yang kredibel.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  <a:latin typeface="Arial"/>
              </a:defRPr>
            </a:pPr>
            <a:r>
              <a:t>Solusi RepFi Velixir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Velixir memperkenalkan verifikasi identitas (KYC) dan riwayat kredit on-chain.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Staking token RLO atau LP berfungsi sebagai jaminan reputasi &amp; agunan sekunder.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Aktivitas staking meningkatkan Trust Score (Skor Kepercayaan) secara real-time.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Kapasitas pinjaman dapat meningkat hingga 110% dari nilai agunan (Limit Kredit Reputasi).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SISTEM REPUTASI VELIXIR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Mekanisme Staking: Dua Pilihan Pool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Pool 1: Staking RLO (Single-Sided)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Bunga: 18.5% APY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Fungsi Ganda: Menghasilkan yield tinggi sekaligus meningkatkan kondisi pinjaman Anda secara langsung.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Boost Reputasi: Setiap RLO yang di-stake menambah +0.15 poin ke Trust Score.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Boost Maksimal: +150 Poin (tercapai dengan men-stake 1.000 RLO).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Resiko IL: 0% (tidak ada risiko kerugian tidak permanen/Impermanent Loss).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Arial"/>
              </a:defRPr>
            </a:pPr>
            <a:r>
              <a:t>Pool 2: LP Farming (USDC / RLO)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Bunga: 32.4% APY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Penyediaan Likuiditas: Memasukkan token USDC &amp; RLO ke AMM pool di Raydium.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Farming Rewards: Stake token LP untuk mendapatkan porsi biaya transaksi Raydium dan emisi token.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Boost Reputasi: Tidak ada. Pool ini murni difokuskan untuk memaksimalkan keuntungan yield.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Resiko IL: Subjek terhadap risiko Impermanent Loss standar sesuai fluktuasi harga pasar.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SISTEM REPUTASI VELIXIR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Manfaat Tier Reputasi Peminjam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97706"/>
                </a:solidFill>
                <a:latin typeface="Arial"/>
              </a:defRPr>
            </a:pPr>
            <a:r>
              <a:t>Bronze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Skor 500-699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Bunga Pinjam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10.0%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Limit Kredit Reputasi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+8.5% LTV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Perisai Likuidasi</a:t>
            </a:r>
          </a:p>
          <a:p>
            <a:pPr algn="ctr">
              <a:defRPr sz="1500" b="1">
                <a:solidFill>
                  <a:srgbClr val="00E5FF"/>
                </a:solidFill>
                <a:latin typeface="Arial"/>
              </a:defRPr>
            </a:pPr>
            <a:r>
              <a:t>12 Jam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rial"/>
              </a:defRPr>
            </a:pPr>
            <a:r>
              <a:t>Silver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Skor 700-849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Bunga Pinjam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9.5%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Limit Kredit Reputasi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+17.1% LTV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Perisai Likuidasi</a:t>
            </a:r>
          </a:p>
          <a:p>
            <a:pPr algn="ctr">
              <a:defRPr sz="1500" b="1">
                <a:solidFill>
                  <a:srgbClr val="00E5FF"/>
                </a:solidFill>
                <a:latin typeface="Arial"/>
              </a:defRPr>
            </a:pPr>
            <a:r>
              <a:t>24 Jam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  <a:latin typeface="Arial"/>
              </a:defRPr>
            </a:pPr>
            <a:r>
              <a:t>Gold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Skor 850-999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Bunga Pinjam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8.5%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Limit Kredit Reputasi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+23.5% LTV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Perisai Likuidasi</a:t>
            </a:r>
          </a:p>
          <a:p>
            <a:pPr algn="ctr">
              <a:defRPr sz="1500" b="1">
                <a:solidFill>
                  <a:srgbClr val="00E5FF"/>
                </a:solidFill>
                <a:latin typeface="Arial"/>
              </a:defRPr>
            </a:pPr>
            <a:r>
              <a:t>36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Arial"/>
              </a:defRPr>
            </a:pPr>
            <a:r>
              <a:t>Elite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Skor 1000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Bunga Pinjam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7.5%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Limit Kredit Reputasi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+30.0% LTV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Perisai Likuidasi</a:t>
            </a:r>
          </a:p>
          <a:p>
            <a:pPr algn="ctr">
              <a:defRPr sz="1500" b="1">
                <a:solidFill>
                  <a:srgbClr val="00E5FF"/>
                </a:solidFill>
                <a:latin typeface="Arial"/>
              </a:defRPr>
            </a:pPr>
            <a:r>
              <a:t>48 Jam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SISTEM REPUTASI VELIXIR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Siklus Keuntungan Pengguna (Flywheel)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65760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LANGKAH 1</a:t>
            </a:r>
          </a:p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  <a:latin typeface="Arial"/>
              </a:defRPr>
            </a:pPr>
            <a:r>
              <a:t>Staking Aset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Pengguna men-stake token RLO di Pool Reputasi, langsung menghasilkan bunga 18.5% APY dalam bentuk emisi token RLO.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65760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LANGKAH 2</a:t>
            </a:r>
          </a:p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  <a:latin typeface="Arial"/>
              </a:defRPr>
            </a:pPr>
            <a:r>
              <a:t>Peningkatan Reputasi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Staked RLO memicu boost Trust Score secara real-time (maksimal +150 poin), menaikkan tier peminjam ke Elite.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65760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LANGKAH 3</a:t>
            </a:r>
          </a:p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  <a:latin typeface="Arial"/>
              </a:defRPr>
            </a:pPr>
            <a:r>
              <a:t>Efisiensi Modal Maksimal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Pengguna meminjam dengan bunga super murah 7.5% APY, dan kapasitas pinjam naik hingga 110% LTV.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RINGKASAN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Kesimpulan Skema Staking Velixir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0E5FF"/>
                </a:solidFill>
                <a:latin typeface="Arial"/>
              </a:defRPr>
            </a:pPr>
            <a:r>
              <a:t>Poin-Poin Penting Staking Velixir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Fungsi Ganda: Staking bukan hanya untuk bunga pasif, melainkan bertindak sebagai penambah reputasi kredit untuk menaikkan kapasitas pinjam.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Sinkronisasi Real-Time: Integrasi Zustand store memastikan perubahan staking di halaman Liquidity langsung ter-update di halaman Borrow.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Perisai Likuidasi: Tier Elite memberikan masa tenggang (grace period) 48 jam sebelum likuidasi terjadi untuk merespons fluktuasi pasar.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Optimasi Modal: Mengubah DeFi tradisional yang menghukum dengan jaminan berlebih menjadi sistem kredit yang fleksibel (pinjaman hingga 110% LTV).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